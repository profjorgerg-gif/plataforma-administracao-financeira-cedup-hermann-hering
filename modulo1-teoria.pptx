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92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oval">
            <a:avLst/>
          </a:prstGeom>
          <a:solidFill>
            <a:srgbClr val="16242F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822960"/>
            <a:ext cx="3291840" cy="3291840"/>
          </a:xfrm>
          <a:prstGeom prst="oval">
            <a:avLst/>
          </a:prstGeom>
          <a:ln w="19050">
            <a:solidFill>
              <a:srgbClr val="C99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 ·  CURSO TÉCNICO EM ADMINISTRAÇÃO E CONTABILIDADE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Introdução à Administração Financeira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166360"/>
            <a:ext cx="548640" cy="0"/>
          </a:xfrm>
          <a:prstGeom prst="line">
            <a:avLst/>
          </a:prstGeom>
          <a:noFill/>
          <a:ln w="25400">
            <a:solidFill>
              <a:srgbClr val="C99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303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Esp. Jorge Lima Cardoso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— material de apoio ao módulo 1 da plataforma de estudos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Administração Financeira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679192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79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 gestão financeira na empresa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392424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3924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objetivos do administrador financeiro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105656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056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essenciais: planejamento, orçamento, controle e gestão de recursos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818888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8188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Administração Financeira e Contabilidade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532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decisões financeiras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Administração Financeira?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583680" cy="3657600"/>
          </a:xfrm>
          <a:prstGeom prst="rect">
            <a:avLst>
              <a:gd name="adj" fmla="val 2000"/>
            </a:avLst>
          </a:prstGeom>
          <a:solidFill>
            <a:srgbClr val="16242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administração financeira é o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gerenciamento dos recursos financeiros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uma organização, visando à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maximização dos resultados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à estabilidade e ao crescimento sustentável da empresa.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campo abrange o controle de receitas, despesas, investimentos e financiamentos — essencial para o planejamento estratégico e a saúde financeira da organização.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103120"/>
            <a:ext cx="3977640" cy="841248"/>
          </a:xfrm>
          <a:prstGeom prst="rect">
            <a:avLst>
              <a:gd name="adj" fmla="val 6522"/>
            </a:avLst>
          </a:prstGeom>
          <a:solidFill>
            <a:srgbClr val="1C2B37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88" y="2468880"/>
            <a:ext cx="109728" cy="109728"/>
          </a:xfrm>
          <a:prstGeom prst="rect">
            <a:avLst>
              <a:gd name="adj" fmla="val 50000"/>
            </a:avLst>
          </a:prstGeom>
          <a:solidFill>
            <a:srgbClr val="C99A3E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2103120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89520" y="3108960"/>
            <a:ext cx="3977640" cy="841248"/>
          </a:xfrm>
          <a:prstGeom prst="rect">
            <a:avLst>
              <a:gd name="adj" fmla="val 6522"/>
            </a:avLst>
          </a:prstGeom>
          <a:solidFill>
            <a:srgbClr val="1C2B37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0688" y="3474720"/>
            <a:ext cx="109728" cy="109728"/>
          </a:xfrm>
          <a:prstGeom prst="rect">
            <a:avLst>
              <a:gd name="adj" fmla="val 50000"/>
            </a:avLst>
          </a:prstGeom>
          <a:solidFill>
            <a:srgbClr val="C99A3E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3108960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4114800"/>
            <a:ext cx="3977640" cy="841248"/>
          </a:xfrm>
          <a:prstGeom prst="rect">
            <a:avLst>
              <a:gd name="adj" fmla="val 6522"/>
            </a:avLst>
          </a:prstGeom>
          <a:solidFill>
            <a:srgbClr val="1C2B37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0688" y="4480560"/>
            <a:ext cx="109728" cy="109728"/>
          </a:xfrm>
          <a:prstGeom prst="rect">
            <a:avLst>
              <a:gd name="adj" fmla="val 50000"/>
            </a:avLst>
          </a:prstGeom>
          <a:solidFill>
            <a:srgbClr val="C99A3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4114800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89520" y="5120640"/>
            <a:ext cx="3977640" cy="841248"/>
          </a:xfrm>
          <a:prstGeom prst="rect">
            <a:avLst>
              <a:gd name="adj" fmla="val 6522"/>
            </a:avLst>
          </a:prstGeom>
          <a:solidFill>
            <a:srgbClr val="1C2B37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5486400"/>
            <a:ext cx="109728" cy="109728"/>
          </a:xfrm>
          <a:prstGeom prst="rect">
            <a:avLst>
              <a:gd name="adj" fmla="val 50000"/>
            </a:avLst>
          </a:prstGeom>
          <a:solidFill>
            <a:srgbClr val="C99A3E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5120640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da Gestão Financeira na Empresa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cenário econômico dinâmico e competitivo, o papel do administrador financeiro é crucial. Ele deve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oportunidades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crescimento e expansão,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o uso de recursos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empresa contra riscos financeiros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administração financeira não se limita ao controle de despesas — também promove o aumento da lucratividade e da eficiência, garantindo a continuidade do negócio.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1737360"/>
          </a:xfrm>
          <a:prstGeom prst="rect">
            <a:avLst>
              <a:gd name="adj" fmla="val 3684"/>
            </a:avLst>
          </a:prstGeom>
          <a:solidFill>
            <a:srgbClr val="16242F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que planeja expandir suas operações precisa avaliar a viabilidade financeira dessa decisão. Para isso, a administração financeira usa projeções de fluxo de caixa, análise de retorno de investimento (ROI) e avaliação do custo de capital — determinando se a expansão trará os resultados esperados e será financeiramente sustentável.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ESSENCIAIS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Objetivos do Administrador Financeiro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749040"/>
          </a:xfrm>
          <a:prstGeom prst="rect">
            <a:avLst>
              <a:gd name="adj" fmla="val 2133"/>
            </a:avLst>
          </a:prstGeom>
          <a:solidFill>
            <a:srgbClr val="16242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Maximização do lucro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 lucratividade é uma meta essencial, mas deve ser equilibrada com sustentabilidade e controle de riscos.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29000" cy="3749040"/>
          </a:xfrm>
          <a:prstGeom prst="rect">
            <a:avLst>
              <a:gd name="adj" fmla="val 2133"/>
            </a:avLst>
          </a:prstGeom>
          <a:solidFill>
            <a:srgbClr val="16242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423160"/>
            <a:ext cx="640080" cy="64008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de liquidez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406908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recursos líquidos suficientes para honrar obrigações e garantir flexibilidade financeira.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29000" cy="3749040"/>
          </a:xfrm>
          <a:prstGeom prst="rect">
            <a:avLst>
              <a:gd name="adj" fmla="val 2133"/>
            </a:avLst>
          </a:prstGeom>
          <a:solidFill>
            <a:srgbClr val="16242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423160"/>
            <a:ext cx="640080" cy="64008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Minimização de riscos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406908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avaliar e mitigar riscos que possam afetar a estabilidade financeira da empresa.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ESSENCIAIS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 a Dia do Administrador Financeiro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400800" cy="868680"/>
          </a:xfrm>
          <a:prstGeom prst="rect">
            <a:avLst>
              <a:gd name="adj" fmla="val 6316"/>
            </a:avLst>
          </a:prstGeom>
          <a:solidFill>
            <a:srgbClr val="16242F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2350008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1226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financeiro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4414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necessidades de caixa e recursos para atividades futuras.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6400800" cy="868680"/>
          </a:xfrm>
          <a:prstGeom prst="rect">
            <a:avLst>
              <a:gd name="adj" fmla="val 6316"/>
            </a:avLst>
          </a:prstGeom>
          <a:solidFill>
            <a:srgbClr val="16242F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3374136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363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4655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acompanhar o orçamento anual, garantindo que os gastos fiquem dentro do previsto.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05656"/>
            <a:ext cx="6400800" cy="868680"/>
          </a:xfrm>
          <a:prstGeom prst="rect">
            <a:avLst>
              <a:gd name="adj" fmla="val 6316"/>
            </a:avLst>
          </a:prstGeom>
          <a:solidFill>
            <a:srgbClr val="16242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4398264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60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financeiro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4897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 avaliar o desempenho financeiro, ajustando estratégias conforme necessário.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6400800" cy="868680"/>
          </a:xfrm>
          <a:prstGeom prst="rect">
            <a:avLst>
              <a:gd name="adj" fmla="val 6316"/>
            </a:avLst>
          </a:prstGeom>
          <a:solidFill>
            <a:srgbClr val="16242F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" y="5422392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1846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recursos e investimentos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5138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 recursos de forma eficiente, otimizando o retorno sobre investimentos.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057400"/>
            <a:ext cx="4206240" cy="4096512"/>
          </a:xfrm>
          <a:prstGeom prst="rect">
            <a:avLst>
              <a:gd name="adj" fmla="val 1786"/>
            </a:avLst>
          </a:prstGeom>
          <a:solidFill>
            <a:srgbClr val="1C2B37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26517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de tecnologia que desenvolve novos produtos usa a administração financeira para decidir o quanto investir em P&amp;D e avaliar o risco versus retorno desse investimento.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42062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calcula o tempo de retorno financeiro e define o orçamento adequado para sustentar o projeto até seu lançamento.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Financeira × Contabilidade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120640" cy="3566160"/>
          </a:xfrm>
          <a:prstGeom prst="rect">
            <a:avLst>
              <a:gd name="adj" fmla="val 2051"/>
            </a:avLst>
          </a:prstGeom>
          <a:solidFill>
            <a:srgbClr val="16242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688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Contabilidade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 organiza os fatos financeiros já ocorridos, gerando as demonstrações contábeis: balanço patrimonial, DRE e fluxo de caixa.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120640" cy="3566160"/>
          </a:xfrm>
          <a:prstGeom prst="rect">
            <a:avLst>
              <a:gd name="adj" fmla="val 2051"/>
            </a:avLst>
          </a:prstGeom>
          <a:solidFill>
            <a:srgbClr val="16242F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4688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Financeira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315468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essas informações como base para decidir sobre o futuro: quanto investir, como financiar e como distribuir os resultados.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58384" y="3611880"/>
            <a:ext cx="640080" cy="64008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curso técnico em Administração e Contabilidade, essa conexão é o ponto de partida: os próximos módulos (análise horizontal/vertical, quocientes financeiros) mostram como transformar dados contábeis em decisões financeiras.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Decisões Financeiras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administração financeira pode ser resumida em três grandes decisões, que reaparecem ao longo dos próximos módulos: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3246120"/>
          </a:xfrm>
          <a:prstGeom prst="rect">
            <a:avLst>
              <a:gd name="adj" fmla="val 2254"/>
            </a:avLst>
          </a:prstGeom>
          <a:solidFill>
            <a:srgbClr val="16242F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98648"/>
            <a:ext cx="548640" cy="54864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98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aplicar os recursos da empresa: ativos permanentes, projetos, mercado de capitais.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429000" cy="3246120"/>
          </a:xfrm>
          <a:prstGeom prst="rect">
            <a:avLst>
              <a:gd name="adj" fmla="val 2254"/>
            </a:avLst>
          </a:prstGeom>
          <a:solidFill>
            <a:srgbClr val="16242F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898648"/>
            <a:ext cx="548640" cy="54864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898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Financiamento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20624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os recursos: capital próprio ou de terceiros, estrutura e custo de capital.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429000" cy="3246120"/>
          </a:xfrm>
          <a:prstGeom prst="rect">
            <a:avLst>
              <a:gd name="adj" fmla="val 2254"/>
            </a:avLst>
          </a:prstGeom>
          <a:solidFill>
            <a:srgbClr val="16242F"/>
          </a:solidFill>
          <a:ln w="12700">
            <a:solidFill>
              <a:srgbClr val="2431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898648"/>
            <a:ext cx="548640" cy="54864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898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4206240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do resultado é distribuído aos sócios e quanto é reinvestido na empresa.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oval">
            <a:avLst/>
          </a:prstGeom>
          <a:solidFill>
            <a:srgbClr val="1624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— Análise de Fluxo de Caixa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módulo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Administração financeira: gerenciar recursos, maximizar resultados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15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Objetivos: lucro, liquidez e controle de riscos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7000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Funções: planejar, orçar, controlar e alocar recursos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0840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 para as três decisões: investimento, financiamento e dividendos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Esp. Jorge Lima Cardoso  ·  CEDUP Hermann Hering  ·  Curso Técnico em Administração e Contabilidade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2026-07-31T21:24:44Z</dcterms:created>
  <dcterms:modified xsi:type="dcterms:W3CDTF">2026-07-31T21:24:44Z</dcterms:modified>
</cp:coreProperties>
</file>